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blog_writer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 및 프로세스 맵 (Process Map)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분석 기반 AI 블로그 글 초안 작성 도우미 (v2.2)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 · Workflows · Workers AI · Supabase Postgres &amp; pgvector · R2 Private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작성일: 2026. 09. 01 | blog_writer 프로젝트 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원칙 (Core Rules)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CR-1. 서버 전용 데이터 &amp; 상태 제어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클라이언트의 직접 DB/R2 쓰기 및 RPC 호출 차단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5대 상태 머신(waiting, processing 등) 엄격 통제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unique(user_id, idempotency_key) 멱등성 보장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CR-2. PII 탐지 &amp; 즉시 삭제 (Zero Retention)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서버 내부 정규식 규칙 기반 PII 실시간 검사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PII 발견 시 즉시 중단 및 원본/중간 데이터 영구 삭제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사진 R2 최대 24시간 보관 및 사용자 종료 시 즉시 파기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CR-3. 저비용 고효율 AI 파이프라인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Vision: Llama 3.2 11B Vision Instruct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Writer &amp; QA: Gemma 4 26B A4B IT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Cloudflare Workers AI 일일 무료 티어 내 최적화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CR-4. 사용자 명시적 종료 기반 완료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572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처리 완료는 완료 상태가 아님 (대기 상태 유지)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사용자가 결과 확인 후 '종료' 요청 시 최종 승인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최종 저장과 동시에 R2/중간 산출물 즉시 삭제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엔드투엔드(End-to-End) 처리 수명주기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965960" cy="4389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4460" y="1737360"/>
            <a:ext cx="64008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446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생성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/api/jobs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발급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레코드 생성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463040"/>
            <a:ext cx="1965960" cy="4389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9020" y="1737360"/>
            <a:ext cx="64008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902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 업로드 &amp; 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63240" y="320040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/photos/{slot}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바이트/해시 검사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R2 안전 저장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463040"/>
            <a:ext cx="1965960" cy="4389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83580" y="1737360"/>
            <a:ext cx="64008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358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파이프라인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20040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3.2 Vision 분석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초안 작성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실시간 검사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1463040"/>
            <a:ext cx="1965960" cy="4389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8140" y="1737360"/>
            <a:ext cx="640080" cy="6400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814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검토 &amp; 종료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20040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/result 확인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/finish 명시적 종료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0" y="1463040"/>
            <a:ext cx="1965960" cy="4389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72700" y="1737360"/>
            <a:ext cx="640080" cy="6400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7270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데이터 삭제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46920" y="3200400"/>
            <a:ext cx="1691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원본 사진 영구 삭제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temp_artifacts 즉시 파기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Zero-Retention 완료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전용 5대 상태 머신 (State Machine)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 (Status)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세부 사유 (Reason / Stage)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 및 허용 전이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| user_review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업로드 대기 또는 사용자 결과 확인 대기 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processing, reupload_required, completed(user_review시), 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upload_verify | vision | writer | qa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서버가 업로드 검증, Vision 분석, 글 작성 및 PII 검사 진행 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waiting(user_review), reupload_required, 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reupload_required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DECODE_FAILED | INVALID_SIZE 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사진 손상, 규격 미달 등으로 재업로드가 필요한 상태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waiting(upload), 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3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 (최종 완료)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사용자가 종료 승인하여 최종 포스트 저장 및 원본 삭제 완료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(다른 상태로 전이 불가)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11D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PII_DETECTED | TIMEOUT 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발견 또는 치명적 오류로 즉시 중단 및 원본/임시 데이터 영구 삭제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(다른 상태로 전이 불가)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및 개인정보(PII) 실시간 방어 체계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규칙 기반 실시간 탐지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주민등록번호, 연락처, 이메일, 여권, 운전면허 등 정규식 패턴 검사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모델에 원본 텍스트를 전송하지 않고 서버 내부 검사 수행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OCR / Vision 결과 및 AI 생성 초안 전체에 필터링 적용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즉시 격리 및 영구 삭제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PII 발견 즉시 failed 상태 전환 및 pii_incidents에 유형만 기록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Private R2 버킷의 모든 원본 사진 파일 즉시 영구 삭제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temp_artifacts 테이블의 모든 암호화 중간 결과 즉각 파기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최대 24시간 수명주기(TTL) 강제로 미종료 사진도 자동 소멸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유지관리 하네스 &amp; 서브에이전트 협업 체계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아키텍트 (blog_writer_architect)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CR-1 상태 머신 무결성, DB 스키마, 멱등성 및 API 규격 심사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&amp; PII 감사 (blog_writer_security)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21031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CR-2 PII 탐지 규칙, 즉시 삭제(Zero-retention), R2 수명주기 심사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 &amp; AI 구현 (blog_writer_implementer)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Workers, Workflows, Workers AI, R2, Supabase 기능 개발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7490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QA &amp; 릴리스 게이트 (blog_writer_qa)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44805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 검사(Lint), 상태/PII 테스트, 하네스 심사 및 최종 릴리스 승인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blog_writer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blog_writer 시스템 아키텍처 및 프로세스 맵</dc:title>
  <dc:subject>PptxGenJS Presentation</dc:subject>
  <dc:creator>Antigravity AI</dc:creator>
  <cp:lastModifiedBy>Antigravity AI</cp:lastModifiedBy>
  <cp:revision>1</cp:revision>
  <dcterms:created xsi:type="dcterms:W3CDTF">2026-09-01T05:22:32Z</dcterms:created>
  <dcterms:modified xsi:type="dcterms:W3CDTF">2026-09-01T05:22:32Z</dcterms:modified>
</cp:coreProperties>
</file>